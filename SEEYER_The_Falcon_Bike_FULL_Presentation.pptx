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SEEYER – The Falcon Bike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Designed by Aseeyer. Driven by 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Mission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SEEYER is Aseeyer’s flagship power bike - a fusion of art, aerodynamics, and awareness.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Inspired by the falcon in its purest moment, the dive, SEEYER embodies motion at its most alive: fast, fierce, and focused.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SEEYER is built to look and feel like a falcon in flight, not just in speed but in purpose.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Every line, curve, and contour captures the poetry of controlled motion. It’s a machine that doesn’t chase attention; it commands it.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“It doesn’t launch - it dives.”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Form follows flight. Every aesthetic choice in SEEYER mirrors the falcon’s natural precision and grace, combining organic curves with engineered intensity.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Sculpted like a falcon’s frame; the head forms the aerodynamic front, wings fold tight along the body, and the tail tapers to a sharp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Wings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Closed and compact, representing control over chaos, precision over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Finish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Available in Gold, Matte Black, or Silver, each with a reflective metallic sheen that captures light like feathers in motion.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Eyes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LED-lit falcon eyes that awaken with the engine, glowing amber or red to signify awareness and intent.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Seat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Low, smooth, and perfectly integrated, designed for seamless rider alignment and comfort.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Performance Essence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SEEYER is not defined by specs, but by sensation. When it moves, it feels like a dive, a single, uninterrupted rush of speed and silence. The machine flows with aerodynamic intelligence, cutting through air like instinct itself.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“Power that whispers. Precision that strikes.”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Target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SEEYER is for riders who see beyond machines, for those who value vision, precision, and individuality. It’s not a bike for the crowd; it’s a statement for the few.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“For visionaries who chase precision, not attention.”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Emotional Vibe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When you see it, it feels alive. When you ride it, it feels aware. It’s not just a motorcycle, it’s a SEE power, an extension of perception and identity.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Color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Element - Main Body: Gold / Black / Silver (Power, stealth, elegance)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Element - Detail Glow: Amber / Red LED (The falcon’s stare - fierce focus)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Element - Finish: Metallic or Matte (Dual balance of strength and subtlety)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6041390" cy="1722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Owner Statements /</a:t>
            </a:r>
          </a:p>
          <a:p>
            <a:pPr algn="l">
              <a:defRPr sz="4400" b="1">
                <a:solidFill>
                  <a:srgbClr val="D4AF37"/>
                </a:solidFill>
                <a:latin typeface="Playfair Display"/>
              </a:defRPr>
            </a:pPr>
            <a:r>
              <a:t> Brand Essence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330" y="3372485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“I don’t just ride - I SEE.”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“This is my vision on wheels.”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Aseeyer represents the fusion of sight and speed, the intelligence of design meeting the instinct of the hunt.</a:t>
            </a:r>
          </a:p>
          <a:p>
            <a:pPr algn="l">
              <a:defRPr sz="2400">
                <a:solidFill>
                  <a:srgbClr val="FFFFFF"/>
                </a:solidFill>
                <a:latin typeface="Calibri" panose="020F0502020204030204"/>
              </a:defRPr>
            </a:pPr>
            <a:r>
              <a:t>“Born to SEE Beyond.”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WPS Presentation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Playfair Display</vt:lpstr>
      <vt:lpstr>Segoe Print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Somtoo Ezenwankwo</cp:lastModifiedBy>
  <cp:revision>2</cp:revision>
  <dcterms:created xsi:type="dcterms:W3CDTF">2013-01-27T09:14:00Z</dcterms:created>
  <dcterms:modified xsi:type="dcterms:W3CDTF">2026-02-04T20:26:05Z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AAE04441272843F295B2D7ABF19642A4_12</vt:lpwstr>
  </property>
  <property fmtid="{D5CDD505-2E9C-101B-9397-08002B2CF9AE}" pid="3" name="KSOProductBuildVer">
    <vt:lpwstr>1033-12.9.0.21549</vt:lpwstr>
  </property>
</Properties>
</file>